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58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31518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25SC2107E  ·  A.Y. 2026–2027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5798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SmartCrop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231518" y="2834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System for Predicting Crop Yield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31518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1518" y="4233672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Shaik Sabiya Tabassum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 Jithin Reddy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Minnekanti Akshaya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3151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18  ·  Section 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26478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26478" y="4233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Dr. Ravindra Gaddam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626478" y="4599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1518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Hyderabad – 500090, Telangana, India</a:t>
            </a:r>
            <a:endParaRPr lang="en-US" sz="1050" dirty="0"/>
          </a:p>
        </p:txBody>
      </p:sp>
      <p:pic>
        <p:nvPicPr>
          <p:cNvPr id="17" name="Picture 16" descr="The image features a red rectangle with a black stripe and a logo depicting a white silhouette of a structure, possibly a bridge, against a white background.&#10;&#10;AI-generated content may be incorrect.">
            <a:extLst>
              <a:ext uri="{FF2B5EF4-FFF2-40B4-BE49-F238E27FC236}">
                <a16:creationId xmlns:a16="http://schemas.microsoft.com/office/drawing/2014/main" id="{AA432D5E-3AD5-B9AB-0A5C-D2CB7E6A9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078" y="197455"/>
            <a:ext cx="6247619" cy="1561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7548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6492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crop yield prediction system that helps farmers and agricultural stakeholders estimate production accurately, using machine learning to turn raw field and weather data into actionable, reliable forecasts.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0292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FACTORS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3127248"/>
            <a:ext cx="1188720" cy="2148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3383280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9" name="Image 1" descr="/home/claude/icons/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85" y="351641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" y="411480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characteristics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801368" y="3127248"/>
            <a:ext cx="1188720" cy="2148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139696" y="3383280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3" name="Image 2" descr="/home/claude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2833" y="3516417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56232" y="411480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rainfall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099816" y="3127248"/>
            <a:ext cx="1188720" cy="2148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438144" y="3383280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7" name="Image 3" descr="/home/claude/icons/thermome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281" y="3516417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154680" y="411480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398264" y="3127248"/>
            <a:ext cx="1188720" cy="2148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736592" y="3383280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1" name="Image 4" descr="/home/claude/icons/t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729" y="3516417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53128" y="411480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696712" y="3127248"/>
            <a:ext cx="1188720" cy="2148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035040" y="3383280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5" name="Image 5" descr="/home/claude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8177" y="3516417"/>
            <a:ext cx="245791" cy="24579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51576" y="411480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crop data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02920" y="559612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feature-engineered data from these sources trains and validates every model in the comparison.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7269480" y="1234440"/>
            <a:ext cx="4389120" cy="5120640"/>
          </a:xfrm>
          <a:prstGeom prst="roundRect">
            <a:avLst>
              <a:gd name="adj" fmla="val 2500"/>
            </a:avLst>
          </a:prstGeom>
          <a:solidFill>
            <a:srgbClr val="1E4020"/>
          </a:solidFill>
          <a:ln/>
        </p:spPr>
      </p:sp>
      <p:sp>
        <p:nvSpPr>
          <p:cNvPr id="29" name="Shape 21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0" name="Image 6" descr="/home/claude/icons/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7886" y="1697126"/>
            <a:ext cx="263347" cy="26334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3210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7635240" y="2496312"/>
            <a:ext cx="91440" cy="914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3" name="Text 24"/>
          <p:cNvSpPr/>
          <p:nvPr/>
        </p:nvSpPr>
        <p:spPr>
          <a:xfrm>
            <a:off x="7863840" y="229514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decision-making for crop planning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7635240" y="3300984"/>
            <a:ext cx="91440" cy="914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5" name="Text 26"/>
          <p:cNvSpPr/>
          <p:nvPr/>
        </p:nvSpPr>
        <p:spPr>
          <a:xfrm>
            <a:off x="7863840" y="309981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resource management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7635240" y="4105656"/>
            <a:ext cx="91440" cy="914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7" name="Text 28"/>
          <p:cNvSpPr/>
          <p:nvPr/>
        </p:nvSpPr>
        <p:spPr>
          <a:xfrm>
            <a:off x="7863840" y="390448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productivity through data-driven insight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7635240" y="4910328"/>
            <a:ext cx="91440" cy="914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9" name="Text 30"/>
          <p:cNvSpPr/>
          <p:nvPr/>
        </p:nvSpPr>
        <p:spPr>
          <a:xfrm>
            <a:off x="7863840" y="47091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route to greater agricultural efficiency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7635240" y="5806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are trained and compared to identify the most accurate predictor of crop yield.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7548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MODELS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17043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weather and historical data feed three machine learning models, whose predictions are compared to find the most reliable estimator of crop yield.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05740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33372" y="2377440"/>
            <a:ext cx="768096" cy="76809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/home/claude/icons/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077" y="2577145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38862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that averages many predictions to boost accuracy and resist overfitting.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51960" y="205740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82412" y="2377440"/>
            <a:ext cx="768096" cy="768096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3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117" y="2577145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484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572000" y="38862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tree method that learns from prior errors, well suited to complex agricultural patterns.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01000" y="205740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1E6DD"/>
            </a:solidFill>
            <a:prstDash val="solid"/>
          </a:ln>
          <a:effectLst>
            <a:outerShdw blurRad="76200" dist="25400" dir="5400000" algn="bl" rotWithShape="0">
              <a:srgbClr val="1E402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331452" y="2377440"/>
            <a:ext cx="768096" cy="768096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8" name="Image 3" descr="/home/claude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157" y="2577145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8388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Regression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321040" y="38862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3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 optimal margin through the data, giving stable estimates on structured, tabular inputs.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E4020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is compared to deliver reliable yield estimates that support crop planning, resource management, and productivity improvement.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011680"/>
            <a:ext cx="4023360" cy="402336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23560" y="1965960"/>
            <a:ext cx="914400" cy="9144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/home/claude/icons/see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203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SmartCrop  ·  Team 18  ·  Machine Learning (25SC2107E)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278</Words>
  <Application>Microsoft Office PowerPoint</Application>
  <PresentationFormat>Widescreen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Gurrala Jithin Reddy</cp:lastModifiedBy>
  <cp:revision>2</cp:revision>
  <dcterms:created xsi:type="dcterms:W3CDTF">2026-08-07T06:05:16Z</dcterms:created>
  <dcterms:modified xsi:type="dcterms:W3CDTF">2026-08-12T04:37:51Z</dcterms:modified>
</cp:coreProperties>
</file>